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Fourth proof of the pattern, and the second in State &amp; Local Government: the same governed chassis that runs pharmacovigilance, benefits eligibility, and financial-aid awarding now runs Housing Choice Voucher eligibility, from one reusable template. AWS shipped the governance primitives; we implement the regulated pattern natively — plus a live HUD income-limit integration — and prove it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non-negotiables that block ungoverned agents in housing eligibility. The rest of the deck shows how AgentCore + three last-mile controls satisfy all three.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'why now.' Previously teams hand-rolled identity, policy engines, audit. AgentCore makes those native.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of nine controls are native; three are the regulated 'last mile' we add. Positions the work as extending AgentCore, not competing with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Amber = the human step; navy = the consequential commit. The callout is the crux: a housing specialist commits, the agent never self-adjudicates. The HUD income-limit lookup runs on the non-PII county before masking.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nine-control map — identical structure to the PV, benefits, and financial-aid agents. That's the reusable pattern; only the domain tools and one authoritative data source (HUD)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(authoritative HUD lookup on the non-PII county, then fail-closed masking) and step 6 (human gate) are the regulated controls; step 4 (Cedar deny-by-default) is the native spine.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clean-account validation runs are captured in evidence/ and referenced from VALIDATED_RELEASE.md: the governed pipeline end-to-end on live services; the AgentCore/Cedar gateway as pure IaC in ENFORCE; and a full Gate-B hardening run — private subnets behind a Network Firewall egress allowlist naming only the HUD API, customer-managed KMS everywhere, MFA-required identity with threat protection enforced, tenant pinned and cryptographically stamped, 10 concurrent cases green, a 10-way replay storm committing exactly once, and a PII telemetry canary passing with zero hits in logs/X-Ray/DLQs. Validation surfaced 10 real defects — every one fixed and regression-tested, which is the point of validating. Zero residual on teardown.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Proven live: the agent runs on Runtime under a real Cognito identity, and governance holds on the real principal. Outsider proves deny-by-default even when the agent drives.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are where a governed agent earns a program reviewer's — and a hearing officer's — trust. Each maps to a named requirement.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the technical work to AWS strategy: wins regulated state/local deals, reusable (now proven four times), low-risk, credible because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own the pattern and the proof; the housing authority owns certification, connectors, and the authoritative admission rules. HUD income limits are live and authoritative; the admission thresholds are illustrative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multiplier: one pattern, four verticals proven, two in SLG. The ask is a three-step path from internal demo to a scoped, synthetic-data pilot with a housing authority.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737360"/>
            <a:ext cx="5669280" cy="566928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4" name="Shape 2"/>
          <p:cNvSpPr/>
          <p:nvPr/>
        </p:nvSpPr>
        <p:spPr>
          <a:xfrm>
            <a:off x="9509760" y="-822960"/>
            <a:ext cx="3840480" cy="3840480"/>
          </a:xfrm>
          <a:prstGeom prst="ellipse">
            <a:avLst/>
          </a:prstGeom>
          <a:solidFill>
            <a:srgbClr val="184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45720"/>
            <a:ext cx="2286000" cy="22860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 ·  STATE &amp; LOCAL GOVERNMENT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in Housing Choice Voucher Eligibility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Housing Choice Voucher (Section 8) / public-housing eligibility accelerator running natively on Amazon Bedrock AgentCore — identity-bound, deny-by-default with Cedar, live HUD income limits, and proven end-to-end on AWS. The fourth vertical built from one reusable template.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5029200"/>
            <a:ext cx="3072384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029200"/>
            <a:ext cx="3072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 live governance checks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41064" y="5029200"/>
            <a:ext cx="2445106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41064" y="5029200"/>
            <a:ext cx="24451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native on Runtime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14770" y="5029200"/>
            <a:ext cx="3341218" cy="457200"/>
          </a:xfrm>
          <a:prstGeom prst="roundRect">
            <a:avLst>
              <a:gd name="adj" fmla="val 50000"/>
            </a:avLst>
          </a:prstGeom>
          <a:solidFill>
            <a:srgbClr val="143A5E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14770" y="5029200"/>
            <a:ext cx="3341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Fourth vertical from one template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authorities want agentic AI for eligibility. They can't deploy an ungoverned one.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touches applicant PII and income records and issues eligibility determinations must be identity-bound, deny-by-default, auditable, and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incapable of adjudicating on its own.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“Impressive demo” is not the bar — “will survive a program review and an informal hearing” is.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825496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5953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9105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Touches income records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7782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SSNs, and household income flow through the housing application.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7782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1" name="Text 9"/>
          <p:cNvSpPr/>
          <p:nvPr/>
        </p:nvSpPr>
        <p:spPr>
          <a:xfrm>
            <a:off x="87782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· de-identification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1596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2825496"/>
            <a:ext cx="566928" cy="56692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009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Creates records with consequences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2686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determination notice affects a household's assistance and its right to an informal hearing.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62686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462686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Housing Act · hearing rights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65008" y="2514600"/>
            <a:ext cx="3529584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57616" y="2825496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43784"/>
            <a:ext cx="23408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Takes consequential actions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75904" y="36576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determination grants or denies housing assistance — accountably.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375904" y="5093208"/>
            <a:ext cx="2907792" cy="457200"/>
          </a:xfrm>
          <a:prstGeom prst="roundRect">
            <a:avLst>
              <a:gd name="adj" fmla="val 16000"/>
            </a:avLst>
          </a:prstGeom>
          <a:solidFill>
            <a:srgbClr val="F4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75904" y="50932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integrity · separation of duties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just shipped the governance primitives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now provides — as native, managed services — the exact controls a governable agent needs. The gap between a “cool agent” and a “governable agent” just closed, on AWS.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98448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98448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76656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13232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JWT — Cognito or the authority's IdP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34640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66160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66160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44368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(Cedar)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2980944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Deny-by-default, forbid-wins authorization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102352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33872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33872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12080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248656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/ Lambda exposed as governed MCP tools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70064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01584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101584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79792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516368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Serverless, session-isolated agent hosting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2651760"/>
            <a:ext cx="2084832" cy="288036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369296" y="2971800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69296" y="29718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747504" y="374904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784080" y="4224528"/>
            <a:ext cx="1792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per agent &amp; tool step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native governance primitives — no platform to hand-build.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 the regulated pattern natively — don't rebuild the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43A5E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AGENTCORE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98448" y="229514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98448" y="28072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 (Cedar)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3355848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98448" y="33192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 (agent ∩ housing specialist)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" y="3867912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98448" y="3831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 (Gateway)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3799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98448" y="43434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agent runtime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10896" cy="310896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98448" y="485546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&amp; observability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17920" y="1554480"/>
            <a:ext cx="5394960" cy="3977640"/>
          </a:xfrm>
          <a:prstGeom prst="roundRect">
            <a:avLst>
              <a:gd name="adj" fmla="val 2299"/>
            </a:avLst>
          </a:prstGeom>
          <a:solidFill>
            <a:srgbClr val="1E2E1A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17920" y="1554480"/>
            <a:ext cx="5394960" cy="3977640"/>
          </a:xfrm>
          <a:prstGeom prst="rect">
            <a:avLst/>
          </a:prstGeom>
          <a:ln w="15875">
            <a:solidFill>
              <a:srgbClr val="E8A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 — BUILT ALONGSIDE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19672" y="2395728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519672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22592" y="2340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22592" y="276148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masking → no assessment, no draft. Ever.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19672" y="3328416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19672" y="33284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22592" y="327355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 (separation of duties)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22592" y="369417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qualified housing specialist, single-use token.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519672" y="4261104"/>
            <a:ext cx="365760" cy="36576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19672" y="4261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22592" y="42062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22592" y="46268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+ Object Lock; writer can't tamper.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66928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on AWS-native services, plus the three controls regulated customers need that AgentCore doesn't ship. A stronger — and more honest — story than “we built our own platform.”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 eligibility: determining voucher eligibility from an application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49424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04872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04872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limit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87368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2816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42816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De-identify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assess vs AMI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80760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63256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18704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918704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1691640"/>
            <a:ext cx="182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A8A"/>
                </a:solidFill>
              </a:rPr>
              <a:t>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56648" y="1691640"/>
            <a:ext cx="1700784" cy="1234440"/>
          </a:xfrm>
          <a:prstGeom prst="roundRect">
            <a:avLst>
              <a:gd name="adj" fmla="val 5926"/>
            </a:avLst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756648" y="1691640"/>
            <a:ext cx="1700784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the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38328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3794760"/>
            <a:ext cx="822960" cy="82296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3794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2057400" y="367588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drives the entire security design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57400" y="4160520"/>
            <a:ext cx="9372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U.S. Housing Act and HUD regulations, a qualified housing specialist makes and commits the eligibility determination — with timely written notice and, for an adverse action, an informal hearing right before it takes effect. </a:t>
            </a:r>
            <a:pPr indent="0" marL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intakes, looks up the authoritative HUD limit, de-identifies, screens, and drafts — it never self-adjudicates. Everything else in this architecture exists to enforce that one sentence.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native, three built alongside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" y="151790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694944" y="151790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075688" y="141732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human + agent identity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33288" y="141732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 — inbound JWT (Cognito / authority IdP)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933956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" y="203454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0345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5688" y="193395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authorization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193395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Policy (Cedar) — default-deny + forbid-wins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94944" y="255117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" y="255117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075688" y="245059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intersection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33288" y="245059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principal = OAuthUser; group claim + tool-parameter conditions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2967228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20" name="Shape 18"/>
          <p:cNvSpPr/>
          <p:nvPr/>
        </p:nvSpPr>
        <p:spPr>
          <a:xfrm>
            <a:off x="694944" y="306781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694944" y="306781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75688" y="296722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as governed endpoints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733288" y="296722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— Lambda → MCP tools; every call passes Policy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3483864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94944" y="35844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694944" y="35844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75688" y="3483864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hosting / runtime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33288" y="3483864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Runtime — serverless, session-isolated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000500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30" name="Shape 28"/>
          <p:cNvSpPr/>
          <p:nvPr/>
        </p:nvSpPr>
        <p:spPr>
          <a:xfrm>
            <a:off x="694944" y="4101084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694944" y="4101084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075688" y="4000500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/ observability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733288" y="4000500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Observability — OpenTelemetry spans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66928" y="4517136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94944" y="461772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46177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075688" y="4517136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 PII de-identification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33288" y="4517136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mask_pii tool — Comprehend DetectPiiEntities, before model &amp; audit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6928" y="5033772"/>
            <a:ext cx="11064240" cy="461772"/>
          </a:xfrm>
          <a:prstGeom prst="rect">
            <a:avLst/>
          </a:prstGeom>
          <a:solidFill>
            <a:srgbClr val="ECF1F5"/>
          </a:solidFill>
          <a:ln/>
        </p:spPr>
      </p:sp>
      <p:sp>
        <p:nvSpPr>
          <p:cNvPr id="40" name="Shape 38"/>
          <p:cNvSpPr/>
          <p:nvPr/>
        </p:nvSpPr>
        <p:spPr>
          <a:xfrm>
            <a:off x="694944" y="513435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1" name="Text 39"/>
          <p:cNvSpPr/>
          <p:nvPr/>
        </p:nvSpPr>
        <p:spPr>
          <a:xfrm>
            <a:off x="694944" y="5134356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075688" y="5033772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gate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733288" y="5033772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 — bound, single-use approval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66928" y="5550408"/>
            <a:ext cx="11064240" cy="461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" y="5650992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E8A13A"/>
          </a:solidFill>
          <a:ln/>
        </p:spPr>
      </p:sp>
      <p:sp>
        <p:nvSpPr>
          <p:cNvPr id="46" name="Text 44"/>
          <p:cNvSpPr/>
          <p:nvPr/>
        </p:nvSpPr>
        <p:spPr>
          <a:xfrm>
            <a:off x="694944" y="56509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075688" y="5550408"/>
            <a:ext cx="356616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WORM audit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733288" y="5550408"/>
            <a:ext cx="5715000" cy="461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— due-process evidence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governed action flows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252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specialist authenticates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252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/ IdP issues a JWT for the person on whose behalf the agent 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212848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252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decides to call a tool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252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Strands agent runs on AgentCore Runtime and reaches for a Gateway tool.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008376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252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validates identity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252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auth checks the JWT before anything runs.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803904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66928" y="380390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25296" y="376732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evaluates — default-deny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25296" y="40599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+ action + resource + conditions. A deny means the tool never runs — and is auditable.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10528" y="1417320"/>
            <a:ext cx="512064" cy="512064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10528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168896" y="13807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lookup, then masking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8896" y="167335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lookup_income_limit fetches the HUD limit on the non-PII county; mask_pii then de-identifies. Assessment and drafting only ever see masked text.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10528" y="2212848"/>
            <a:ext cx="512064" cy="512064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052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68896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for the commit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168896" y="2468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request_signoff opens a Step Functions gate; a second housing specialist approves. Only then does finalize_determination run.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10528" y="3008376"/>
            <a:ext cx="512064" cy="512064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510528" y="30083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7168896" y="2971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audit + trace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68896" y="3264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and state change (with the HUD provenance) is written to an immutable record and traced in Observability.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Proof, not slideware: validated live on AWS, evidence captured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238/238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green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520440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clean-account live validation runs captured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91072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91072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8A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382512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defects found &amp; fixed by validation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53144" y="1371600"/>
            <a:ext cx="26517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53144" y="148132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244584" y="21488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on teardown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880360"/>
            <a:ext cx="110642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063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in the repo (evidence/), run on the customer deployment path (AWS CDK) and torn down clean: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6112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governed pipeline SUCCEEDED live — including inside a locked-down private network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6112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deny-by-default: a firewall allowlist naming ONLY the HUD API — captured live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6112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9611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98448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PII masking, cryptographically proven; telemetry canary: zero PII in logs/X-Ray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96112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96112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98448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KMS over every store, secret, log, and alert channel — full run under it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3520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09360" y="3520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3474720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Cedar authorization gateway deployed as pure IaC — CREATE_COMPLETE in ENFORCE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309360" y="403250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309360" y="40325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11696" y="3986784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MFA-required identity, threat protection enforced, zero shipped users — captured live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09360" y="454456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309360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711696" y="4498848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concurrent cases all succeeded; a 10-way replay storm committed EXACTLY once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309360" y="505663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9360" y="5056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11696" y="5010912"/>
            <a:ext cx="5074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Hash-chained WORM audit; approver ≠ requester, approval hash-bound to the exact case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ON RUNTIME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agent runs on AgentCore Runtime — driven by the housing specialist's identity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66928" y="13258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housing specialist authenticates with Cognito; that same identity flows to the Gateway, so Cedar evaluates the real person. The agent inherits the housing specialist's least-privilege — it can do nothing they aren't allowed to 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606040"/>
            <a:ext cx="566928" cy="56692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45920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Housing-specialist identity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full governed workflow: intake → look up HUD limit → mask PII → assess vs AMI → draft notice → write audit → request sign-off. The forbidden finalize tool is hidden from the agent entirely by Cedar.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22860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7104" y="2606040"/>
            <a:ext cx="566928" cy="566928"/>
          </a:xfrm>
          <a:prstGeom prst="ellipse">
            <a:avLst/>
          </a:prstGeom>
          <a:solidFill>
            <a:srgbClr val="C0392B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47104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278624" y="26060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Outsider identity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47104" y="329184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denied — zero authorized tools. The agent honestly reports it did nothing: nothing looked up, masked, assessed, drafted, audited, or committed. Deny-by-default holds even when the agent is driving.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spans + structured logs per step, correlated to the identity, in CloudWatch.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4663440"/>
            <a:ext cx="5440680" cy="914400"/>
          </a:xfrm>
          <a:prstGeom prst="roundRect">
            <a:avLst>
              <a:gd name="adj" fmla="val 9000"/>
            </a:avLst>
          </a:prstGeom>
          <a:solidFill>
            <a:srgbClr val="0E2A47"/>
          </a:solidFill>
          <a:ln/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73952" y="479145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73952" y="5084064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identity + dynamic gateway discovery: the runtime survives redeploys untouched.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REGULATED LAST MILE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controls we build on top — the review-passing difference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29384"/>
            <a:ext cx="658368" cy="658368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6420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PII de-identification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782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Comprehend de-identifies the application before the model or the audit sees it. If masking can't run, assessment and drafting are blocked — no un-masked PII is ever emitted.</a:t>
            </a:r>
            <a:endParaRPr lang="en-US" sz="1260" dirty="0"/>
          </a:p>
        </p:txBody>
      </p:sp>
      <p:sp>
        <p:nvSpPr>
          <p:cNvPr id="10" name="Shape 8"/>
          <p:cNvSpPr/>
          <p:nvPr/>
        </p:nvSpPr>
        <p:spPr>
          <a:xfrm>
            <a:off x="431596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6864" y="1929384"/>
            <a:ext cx="658368" cy="65836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1324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sign-off gate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2686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Housing Act · separation of duties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a determination is never an inline tool call. A Step Functions gate pauses for a different qualified housing specialist, who approves with a bound, single-use token.</a:t>
            </a:r>
            <a:endParaRPr lang="en-US" sz="1260" dirty="0"/>
          </a:p>
        </p:txBody>
      </p:sp>
      <p:sp>
        <p:nvSpPr>
          <p:cNvPr id="16" name="Shape 14"/>
          <p:cNvSpPr/>
          <p:nvPr/>
        </p:nvSpPr>
        <p:spPr>
          <a:xfrm>
            <a:off x="8065008" y="1600200"/>
            <a:ext cx="3529584" cy="3840480"/>
          </a:xfrm>
          <a:prstGeom prst="roundRect">
            <a:avLst>
              <a:gd name="adj" fmla="val 2591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75904" y="1929384"/>
            <a:ext cx="658368" cy="65836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75904" y="19293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62288" y="1984248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Immutable WORM audit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75904" y="2834640"/>
            <a:ext cx="2907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Program-review &amp; hearing 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75904" y="3291840"/>
            <a:ext cx="29077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DynamoDB + S3 Object Lock capture INTENT → COMMITTED with the HUD provenance. The principal that writes evidence is denied delete, update, and bypass.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566928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AgentCore's Observability traces are for operations — not tamper-proof evidence. That gap is exactly why the WORM audit is a control, not a log.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VALUE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 for AWS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837944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91056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Wins the state/local government bar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authorities carry strict Privacy Act, due-process, and HUD program-integrity requirements, plus StateRAMP — native governance is the deciding factor, and AWS already holds the compliance footprint.</a:t>
            </a:r>
            <a:endParaRPr lang="en-US" sz="1240" dirty="0"/>
          </a:p>
        </p:txBody>
      </p:sp>
      <p:sp>
        <p:nvSpPr>
          <p:cNvPr id="9" name="Shape 7"/>
          <p:cNvSpPr/>
          <p:nvPr/>
        </p:nvSpPr>
        <p:spPr>
          <a:xfrm>
            <a:off x="6227064" y="1508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837944"/>
            <a:ext cx="548640" cy="54864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51192" y="1801368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repeatable pattern, proven four times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37960" y="2587752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governed chassis produced the pharmacovigilance, benefits, financial-aid, and housing agents from one template — swap domain logic, Cedar policies, and one authoritative data source.</a:t>
            </a:r>
            <a:endParaRPr lang="en-US" sz="1240" dirty="0"/>
          </a:p>
        </p:txBody>
      </p:sp>
      <p:sp>
        <p:nvSpPr>
          <p:cNvPr id="14" name="Shape 12"/>
          <p:cNvSpPr/>
          <p:nvPr/>
        </p:nvSpPr>
        <p:spPr>
          <a:xfrm>
            <a:off x="566928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" y="3931920"/>
            <a:ext cx="548640" cy="548640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77824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91056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blast radius, high credibility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77824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deep, proven hero per vertical beats a claim of forty shallow agents. Reference-grade, not vaporware.</a:t>
            </a:r>
            <a:endParaRPr lang="en-US" sz="1240" dirty="0"/>
          </a:p>
        </p:txBody>
      </p:sp>
      <p:sp>
        <p:nvSpPr>
          <p:cNvPr id="19" name="Shape 17"/>
          <p:cNvSpPr/>
          <p:nvPr/>
        </p:nvSpPr>
        <p:spPr>
          <a:xfrm>
            <a:off x="6227064" y="3602736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931920"/>
            <a:ext cx="548640" cy="548640"/>
          </a:xfrm>
          <a:prstGeom prst="ellipse">
            <a:avLst/>
          </a:prstGeom>
          <a:solidFill>
            <a:srgbClr val="0E2A47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51192" y="3895344"/>
            <a:ext cx="4251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by construction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37960" y="4681728"/>
            <a:ext cx="483717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40" dirty="0">
                <a:solidFill>
                  <a:srgbClr val="344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clear about what's proven vs. engagement work — exactly what authorities and their auditors trust.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A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proven vs. what's engagement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ACCELERATOR OWNS  ·  PROVEN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96112" y="224028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96112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19456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+ the Cedar policies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96112" y="2724912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2679192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tools + fail-closed masking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6112" y="3209544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09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163824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deterministic AMI engine + live HUD lookup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96112" y="3694176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96112" y="3694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3648456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human-gate workflow + WORM audit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96112" y="4178808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98448" y="4133088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IaC + one-command demo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96112" y="4663440"/>
            <a:ext cx="292608" cy="292608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98448" y="4617720"/>
            <a:ext cx="4526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documentation set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463040"/>
            <a:ext cx="54406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D9E1E8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01384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A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AUTHORITY OWNS  ·  ENGAGEMENT WORK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28816" y="2240280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528816" y="2240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31152" y="2185416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+ housing-specialist role mapping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28816" y="2807208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28816" y="2807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752344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the PHA system of record (EIV / PIC / HMIS)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28816" y="3374136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28816" y="33741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31152" y="3319272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Authoritative admission rules &amp; preferences (legal review)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28816" y="3941064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28816" y="3941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886200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language, informal-hearing rights, appeal process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528816" y="4507992"/>
            <a:ext cx="292608" cy="292608"/>
          </a:xfrm>
          <a:prstGeom prst="ellipse">
            <a:avLst/>
          </a:prstGeom>
          <a:solidFill>
            <a:srgbClr val="E8A13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28816" y="4507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4453128"/>
            <a:ext cx="4572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Computer-system validation + authorization to operate (StateRAMP)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566928" y="5440680"/>
            <a:ext cx="11064240" cy="640080"/>
          </a:xfrm>
          <a:prstGeom prst="roundRect">
            <a:avLst>
              <a:gd name="adj" fmla="val 12857"/>
            </a:avLst>
          </a:prstGeom>
          <a:solidFill>
            <a:srgbClr val="0E2A47"/>
          </a:solidFill>
          <a:ln/>
        </p:spPr>
      </p:sp>
      <p:sp>
        <p:nvSpPr>
          <p:cNvPr id="42" name="Text 40"/>
          <p:cNvSpPr/>
          <p:nvPr/>
        </p:nvSpPr>
        <p:spPr>
          <a:xfrm>
            <a:off x="566928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income limits are live from HUD; the admission rules and local preferences shipped here are illustrative configuration — not authoritative rules. Nothing is production-certified on day one, and saying so is the credibility.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455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Agentic AI · Amazon Bedrock AgentCore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4206240"/>
            <a:ext cx="5029200" cy="5029200"/>
          </a:xfrm>
          <a:prstGeom prst="ellipse">
            <a:avLst/>
          </a:prstGeom>
          <a:solidFill>
            <a:srgbClr val="143A5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560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governed pattern, four verticals proven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2801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heroes now run on the same governed chassis — identity, Cedar, Gateway, Runtime, and the three last-mile controls — produced from one reusable template. Housing is the second State &amp; Local Government proof; each new vertical is a domain-logic swap away.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66928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HCLS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Pharmacovigilance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44168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344168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29000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2900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Eligibility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06240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91072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15875">
            <a:solidFill>
              <a:srgbClr val="02C39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910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82512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Aid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68312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7068312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53144" y="2286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143A5E"/>
          </a:solidFill>
          <a:ln w="25400">
            <a:solidFill>
              <a:srgbClr val="E8A13A"/>
            </a:solidFill>
            <a:prstDash val="solid"/>
          </a:ln>
          <a:effectLst>
            <a:outerShdw sx="100000" sy="100000" kx="0" ky="0" algn="bl" rotWithShape="0" blurRad="114300" dist="38100" dir="5400000">
              <a:srgbClr val="0A1F33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5314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244584" y="29992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 Eligibility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930384" y="3529584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9930384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66928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6928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70432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demo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70432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stack live and walk leadership through the captured validation evidence.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279392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7939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82896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workshops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82896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pattern to housing-authority and SLG accounts as a reference architecture.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991856" y="4709160"/>
            <a:ext cx="457200" cy="457200"/>
          </a:xfrm>
          <a:prstGeom prst="ellipse">
            <a:avLst/>
          </a:prstGeom>
          <a:solidFill>
            <a:srgbClr val="02C39A"/>
          </a:solidFill>
          <a:ln/>
          <a:effectLst>
            <a:outerShdw sx="100000" sy="100000" kx="0" ky="0" algn="bl" rotWithShape="0" blurRad="76200" dist="25400" dir="5400000">
              <a:srgbClr val="0A1F33">
                <a:alpha val="1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991856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95360" y="46908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pilot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595360" y="50017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on synthetic applications with a named housing authority, boundary made explicit.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6928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Governed agentic AI, native on AWS — proven where the bar is highest.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Governed Agentic AI for Housing Choice Voucher Eligibility</dc:title>
  <dc:subject>PptxGenJS Presentation</dc:subject>
  <dc:creator>Housing Eligibility AgentCore Accelerator</dc:creator>
  <cp:lastModifiedBy>Housing Eligibility AgentCore Accelerator</cp:lastModifiedBy>
  <cp:revision>1</cp:revision>
  <dcterms:created xsi:type="dcterms:W3CDTF">2026-09-09T14:27:00Z</dcterms:created>
  <dcterms:modified xsi:type="dcterms:W3CDTF">2026-09-09T14:27:00Z</dcterms:modified>
</cp:coreProperties>
</file>