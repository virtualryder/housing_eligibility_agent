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proof of the pattern, and the second in State &amp; Local Government: the same governed chassis that runs pharmacovigilance, benefits eligibility, and financial-aid awarding now runs Housing Choice Voucher eligibility, from one reusable template. AWS shipped the governance primitives; we implement the regulated pattern natively — plus a live HUD income-limit integration —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housing eligibility.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housing specialist commits, the agent never self-adjudicates. The HUD income-limit lookup runs on the non-PII county before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PV, benefits, and financial-aid agents. That's the reusable pattern; only the domain tools and one authoritative data source (HUD)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(authoritative HUD lookup on the non-PII county, then fail-closed masking) and step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clean-account validation runs are captured in evidence/ and referenced from VALIDATED_RELEASE.md: the governed pipeline end-to-end on live services; the AgentCore/Cedar gateway as pure IaC in ENFORCE; and a full Gate-B hardening run — private subnets behind a Network Firewall egress allowlist naming only the HUD API, customer-managed KMS everywhere, MFA-required identity with threat protection enforced, tenant pinned and cryptographically stamped, 10 concurrent cases green, a 10-way replay storm committing exactly once, and a PII telemetry canary passing with zero hits in logs/X-Ray/DLQs. Validation surfaced 10 real defects — every one fixed and regression-tested, which is the point of validating. Zero residual on teardown.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state/local deals, reusable (now proven four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housing authority owns certification, connectors, and the authoritative admission rules. HUD income limits are live and authoritative; the admission thresholds are illustrative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four verticals proven, two in SLG. The ask is a three-step path from internal demo to a scoped, synthetic-data pilot with a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Housing Choice Voucher Eligibility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Housing Choice Voucher (Section 8) / public-housing eligibility accelerator running natively on Amazon Bedrock AgentCore — identity-bound, deny-by-default with Cedar, live HUD income limits, and proven end-to-end on AWS. The fourth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34121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341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vertical from one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authorities want agentic AI for eligibility.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income records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informal hearing”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income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household income flow through the housing application.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affects a household's assistance and its right to an informal hearing.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hearing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housing assistance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authority's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housing specialist)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eligibility: determining voucher eligibility from an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limit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assess vs AMI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U.S. Housing Act and HUD regulations, a qualified housing specialist makes and commits the eligibility determination — with timely written notice and, for an adverse action, an informal hearing right before it takes effect.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looks up the authoritative HUD limit,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authority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specialist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lookup, then masking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lookup_income_limit fetches the HUD limit on the non-PII county; mask_pii then de-identifies.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housing specialist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(with the HUD provenance)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validated live on AWS, evidence captured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181/181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clean-account live validation runs captured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defects found &amp; fixed by validation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the repo (evidence/), run on the customer deployment path (AWS CDK) and torn down clean: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governed pipeline SUCCEEDED live — including inside a locked-down private network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deny-by-default: a firewall allowlist naming ONLY the HUD API — captured live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masking, cryptographically proven; telemetry canary: zero PII in logs/X-Ray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KMS over every store, secret, log, and alert channel — full run under it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authorization gateway deployed as pure IaC — CREATE_COMPLETE in ENFORCE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MFA-required identity, threat protection enforced, zero shipped users — captured live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concurrent cases all succeeded; a 10-way replay storm committed EXACTLY once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WORM audit; approver ≠ requester, approval hash-bound to the exact case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housing specialist's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housing specialist authenticates with Cognito; that same identity flows to the Gateway, so Cedar evaluates the real person. The agent inherits the housing specialist's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Housing-specialist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look up HUD limit → mask PII → assess vs AMI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looked up,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housing specialist,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&amp; 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 with the HUD provenance.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state/local government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authorities carry strict Privacy Act, due-process, and HUD program-integrity requirements, plus StateRAMP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four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financial-aid, and housing agents from one template — swap domain logic, Cedar policies, and one authoritative data source.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authorities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AMI engine + live HUD lookup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housing-specialist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PHA system of record (EIV / PIC / HMIS)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admission rules &amp; preferences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 (StateRAMP)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income limits are live from HUD; the admission rules and local preferences shipped here are illustrative configuration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heroes now run on the same governed chassis — identity, Cedar, Gateway, Runtime, and the three last-mile controls — produced from one reusable template. Housing is the second State &amp; Local Government proof;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25400">
            <a:solidFill>
              <a:srgbClr val="E8A13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Eligibility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captured validation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housing-authority and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housing authority,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Housing Choice Voucher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2026-08-03T18:09:58Z</dcterms:created>
  <dcterms:modified xsi:type="dcterms:W3CDTF">2026-08-03T18:09:58Z</dcterms:modified>
</cp:coreProperties>
</file>