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a housing-program, privacy, and compliance audience. The promise is governance first: this agent helps housing specialists without ever stepping outside the controls the Privacy Act, due process, and the U.S. Housing Act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housing authority where they are: volume and waitlist pressure, manual toil, and a compliance bar that rules out ungoverned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'does vs never' framing earns trust with privacy and program-integrity teams. The 'never' column is enforced by policy, not by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agent-assisted, amber = the housing specialist, navy = the gated commit. Judgment stays human; toil goes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control mapped to the requirement it satisfies — the slide your compliance and privacy stakeholders came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account, your data, your IdP, reversible. Addresses the security review that follows. The one external call — the live HUD income-limit lookup — is a governed, audited Gateway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Reproducible and enforced. Three clean-account validation runs are captured in the repo (evidence/): the full governed pipeline live on real services; the Cedar authorization gateway as pure infrastructure-as-code in ENFORCE; and the complete hardening posture — private networking with a HUD-only egress allowlist, customer-managed KMS, MFA-required identity, concurrency and replay-storm proofs, and a passing PII telemetry canary. The income-vs-AMI engine is deterministic and transparent, so a housing specialist can defend each determination at an informal hearing.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authoritative admission rules (and their legal review), connectors, validation, and ATO stay with them. The shipped admission thresholds are illustrative; the HUD income limits are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Assist, not replacement. Emphasize consistency, audit-readiness for program reviews and hearings, and keeping housing specialists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low-commitment path: synthetic-data, in-their-account, reversible — an easy yes for a privacy-conscious housing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ASSISTANCE  ·  GOVERNED AI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Eligibility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 that intakes, looks up the authoritative HUD income limit, de-identifies, screens, and drafts Housing Choice Voucher eligibility determinations under strict governance — fail-closed on PII, tamper-proof by design, and never able to adjudicate on its own. Built on Amazon Bedrock AgentCore, running in your AWS account.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530352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5303520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5303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Specialist-in-command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volumes rise. Every eligibility step must stay compliant.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surge and waitlists are long, eligibility work is largely manual, and the deadlines don't wait. AI could take the assembly load off your housing specialists — but only if it operates entirely inside your compliance envelope.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7121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waitlists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application counts against fixed staffing and waitlist-driven determination deadlines.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7121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assembly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housing specialists spend time on extraction, income-limit lookups, AMI checks, and notice drafting — not judgment.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87121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compliance slack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PII handling, HUD program integrity, due-process rights, and the qualified-specialist determination leave no room for an ungoverned tool.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does the assembly — and is structurally incapable of overstepping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 the application, looks up the authoritative HUD income limit, de-identifies it, runs a transparent income-vs-AMI check, drafts the determination notice, and prepares it for review. Then it stops. A qualified housing specialist makes the determination and commits — the agent cannot.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352044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look up the authoritative HUD limit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394106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the application (fail-closed)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" y="436168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income-vs-AMI rules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" y="478231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determination notice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" y="520293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tamper-proof audit + request sign-off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3520440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un-masked PII / income records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19672" y="3941064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or draft on un-de-identified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4361688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its own work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19672" y="4782312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determination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19672" y="5202936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 alter the audit trail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Agent-assisted eligibility, housing-specialist-in-command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HUD limit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9504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De-identify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PII (fail-closed)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18304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&amp; draft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38928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+ notice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51776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0064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82912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0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2245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an access-control check before it runs, and the two consequential steps — assessing or drafting on un-masked data, and committing the determination — are impossible for the agent to reach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housing specialists stay in command — </a:t>
            </a:r>
            <a:pPr indent="0" marL="0">
              <a:buNone/>
            </a:pPr>
            <a:r>
              <a:rPr lang="en-US" sz="1400" i="1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removes the assembly toil, not the judgment.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COMPLIANCE &amp; PRIVACY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that let you say yes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2704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61888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de-identified before the model or the audit sees it. No masking → no assessment, no draft.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13848" y="158191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13848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35000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13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61888" y="2313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write-once evidence of every decision and state change — the writer can't alter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13848" y="240487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7048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(separation of duties)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61888" y="3136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housing specialist approves with a bound, single-use token before any determination is committed.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13848" y="322783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384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Housing 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8862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61888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checked against policy; nothing runs unless explicitly permitted.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13848" y="405079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13848" y="4050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StateRAMP · 800-53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7091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81888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27048" y="4782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61888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bound to an authenticated housing specialist via your identity provider.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13848" y="487375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4873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Amazon Bedrock AgentCore — inside your AWS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isn't a bolt-on. Identity, deny-by-default authorization (Cedar), governed tools, and the agent runtime are native AWS services — deployed in your account, on your data, under your controls.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via infrastructure-as-code into your AWS environment — your VPC, your keys, your logs.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7104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income records are masked before any model call; nothing leaves your boundary for third-party 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identity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your existing IdP; actions are bound to your housing specialists and your roles.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27064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&amp; reversible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deploy, one-command teardown with zero residual — easy to evaluate, easy to remove.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end-to-end on AWS — not a slideware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238/238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 in CI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 - including fully network-isolated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5644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determinations gated by a specialist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27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live in your deployment path (AWS CDK), enforcement on — evidence captured in the repo: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governed workflow ran end-to-end live — in private subnets, behind an egress firewall that permits ONLY the HUD API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removed before the model — fail-closed, cryptographically proven, and a telemetry canary confirmed zero PII in logs or traces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authoritative HUD income-limit lookup with a verified provenance signature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keys everywhere: customer-managed KMS over every store, secret, log, and alert; MFA-required operator identity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specialist approves; the approval is bound to the exact case content — a 10-way replay storm committed exactly once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(hash-chained) audit of every step; the authorization gateway deploys as code, in ENFORCE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bring, what stays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PROVIDES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agent + policies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&amp; HUD-lookup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masking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749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income-vs-AMI rules engine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2976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sign-off workflow + audit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8006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7548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+ documentation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8600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231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provider + housing-specialist roles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287121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816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PHA system of record (EIV / PIC / HMIS)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28816" y="345643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401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admission rules &amp; preferences (legal review)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28816" y="404164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9867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informal-hearing rights, appeal process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28816" y="46268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572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authorization to operate (StateRAMP)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accelerator, not a finished product — the admission rules, validation, and certification for your intended use stay with you (the HUD income limits are live and authoritative).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specialists spend their time on judgment, not assembly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de-identified determination and a drafted notice for review in minutes — specialists refine instead of starting from a blank page.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determinations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runs the same governed path — the same lookup, masking, rules engine, and audit — reducing variability.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captured automatically as the work happens, ready for a program review or an informal hearing — not reconstructed later.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Specialists stay in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and the commit remain human — the agent never makes the call.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Housing Eligibility · on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scoped pilot on synthetic data — in your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boundary-explicit, and reversible. We stand the pattern up on synthetic applications in your AWS environment, prove the controls with your compliance and privacy teams, then scope what a validated production deployment would take.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housing-program, privacy, and security teams through the architecture and the captured validation evidence.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8696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your account on synthetic applications; run cases end-to-end through the governed workflow.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63600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576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504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authoritative admission rules, connectors, and authorization a production deployment would require.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38504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you can actually put in front of a program reviewer — let's prove it on your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for Housing Eligibility</dc:title>
  <dc:subject>PptxGenJS Presentation</dc:subject>
  <dc:creator>Housing Eligibility AgentCore Accelerator</dc:creator>
  <cp:lastModifiedBy>Housing Eligibility AgentCore Accelerator</cp:lastModifiedBy>
  <cp:revision>1</cp:revision>
  <dcterms:created xsi:type="dcterms:W3CDTF">2026-09-09T14:26:59Z</dcterms:created>
  <dcterms:modified xsi:type="dcterms:W3CDTF">2026-09-09T14:26:59Z</dcterms:modified>
</cp:coreProperties>
</file>