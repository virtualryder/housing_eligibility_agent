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housing-program, privacy, and compliance audience. The promise is governance first: this agent helps housing specialists without ever stepping outside the controls the Privacy Act, due process, and the U.S. Housing Act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housing authority where they are: volume and waitlist pressure, manual toil, and a compliance bar that rules out ungoverned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housing specialist, navy = the gated commit.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control mapped to the requirement it satisfies — the slide your compliance and privacy stakeholders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account, your data, your IdP, reversible. Addresses the security review that follows. The one external call — the live HUD income-limit lookup — is a governed, audited Gateway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Reproducible and enforced. Three clean-account validation runs are captured in the repo (evidence/): the full governed pipeline live on real services; the Cedar authorization gateway as pure infrastructure-as-code in ENFORCE; and the complete hardening posture — private networking with a HUD-only egress allowlist, customer-managed KMS, MFA-required identity, concurrency and replay-storm proofs, and a passing PII telemetry canary. The income-vs-AMI engine is deterministic and transparent, so a housing specialist can defend each determination at an informal hearing.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authoritative admission rules (and their legal review), connectors, validation, and ATO stay with them. The shipped admission thresholds are illustrative; the HUD income limits are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Assist, not replacement. Emphasize consistency, audit-readiness for program reviews and hearings, and keeping housing specialists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path: synthetic-data, in-their-account, reversible — an easy yes for a privacy-conscious housing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ASSISTANCE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Eligibility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looks up the authoritative HUD income limit, de-identifies, screens, and drafts Housing Choice Voucher eligibility determinations under strict governance — fail-closed on PII, tamper-proof by design, and never able to adjudicate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0428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volumes rise. Every eligibility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surge and waitlists are long, eligibility work is largely manual, and the deadlines don't wait. AI could take the assembly load off your housing specialists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waitlists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application counts against fixed staffing and waitlist-driven determination deadlines.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housing specialists spend time on extraction, income-limit lookups, AMI checks,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 PII handling, HUD program integrity, due-process rights, and the qualified-specialist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application, looks up the authoritative HUD income limit, de-identifies it, runs a transparent income-vs-AMI check, drafts the determination notice, and prepares it for review. Then it stops. A qualified housing specialist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look up the authoritative HUD limit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income-vs-AMI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 / income records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determination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eligibility, housing-specialist-in-command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HUD limit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determination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housing specialists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review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housing specialist approves with a bound, single-use token before any determination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StateRAMP · 800-53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housing specialist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/ income records are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housing specialists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145/145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 in CI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live - including fully network-isolated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determinations gated by a specialist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live in your deployment path (AWS CDK), enforcement on — evidence captured in the repo: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governed workflow ran end-to-end live — in private subnets, behind an egress firewall that permits ONLY the HUD API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removed before the model — fail-closed, cryptographically proven, and a telemetry canary confirmed zero PII in logs or traces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authoritative HUD income-limit lookup with a verified provenance signature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keys everywhere: customer-managed KMS over every store, secret, log, and alert; MFA-required operator identity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specialist approves; the approval is bound to the exact case content — a 10-way replay storm committed exactly once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(hash-chained) audit of every step; the authorization gateway deploys as code, in ENFORCE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intake &amp; HUD-lookup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income-vs-AMI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housing-specialist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PHA system of record (EIV / PIC / HMIS)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admission rules &amp; preferences (legal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informal-hearing rights, appeal process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authorization to operate (StateRAMP)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admission rules, validation, and certification for your intended use stay with you (the HUD income limits are live and authoritative).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specialists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specialists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determinations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lookup, masking, rules engine, and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program review or an informal hearing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Specialists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applications in your AWS environment, prove the controls with your compliance and privacy teams, then scope what a validated production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housing-program, privacy, and security teams through the architecture and the captured validation evidence.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applications;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admission rules, connectors, and authorization a production deployment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 program reviewer —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Housing Eligibility</dc:title>
  <dc:subject>PptxGenJS Presentation</dc:subject>
  <dc:creator>Housing Eligibility AgentCore Accelerator</dc:creator>
  <cp:lastModifiedBy>Housing Eligibility AgentCore Accelerator</cp:lastModifiedBy>
  <cp:revision>1</cp:revision>
  <dcterms:created xsi:type="dcterms:W3CDTF">2026-07-24T19:50:13Z</dcterms:created>
  <dcterms:modified xsi:type="dcterms:W3CDTF">2026-07-24T19:50:13Z</dcterms:modified>
</cp:coreProperties>
</file>