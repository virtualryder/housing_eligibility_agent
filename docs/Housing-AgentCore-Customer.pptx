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housing-program, privacy, and compliance audience. The promise is governance first: this agent helps housing specialists without ever stepping outside the controls the Privacy Act, due process, and the U.S. Housing Act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housing authority where they are: volume and waitlist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housing specialist,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 The one external call — the live HUD income-limit lookup — is a governed, audited Gateway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income-vs-AMI engine is deterministic and transparent, so a housing specialist can defend each determination at an informal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admission rules (and their legal review), connectors, validation, and ATO stay with them. The shipped admission thresholds are illustrative; the HUD income limits are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 and hearings, and keeping housing specialists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ASSISTANCE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looks up the authoritative HUD income limit, de-identifies, screens, and drafts Housing Choice Voucher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volumes rise. Every eligibility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and waitlists are long, eligibility work is largely manual, and the deadlines don't wait. AI could take the assembly load off your housing specialists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waitlists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staffing and waitlist-driven determination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housing specialists spend time on extraction, income-limit lookups, AMI checks,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PII handling, HUD program integrity, due-process rights, and the qualified-specialist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looks up the authoritative HUD income limit, de-identifies it, runs a transparent income-vs-AMI check, drafts the determination notice, and prepares it for review. Then it stops. A qualified housing specialist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look up the authoritative HUD limit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income-vs-AMI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/ income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eligibility, housing-specialist-in-command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HUD limit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housing specialists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800-53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housing specialist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income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housing specialists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AMI-based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specialist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authoritative HUD income-limit lookup, stamped with provenance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 determination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specialist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HUD-lookup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income-vs-AMI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housing-specialist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PHA system of record (EIV / PIC / HMIS)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admission rules &amp; preferences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 (StateRAMP)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admission rules, validation, and certification for your intended use stay with you (the HUD income limits are live and authoritative).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specialists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specialists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determinations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lookup, masking, rules engine, and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or an informal hearing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Specialists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housing-program, privacy, and security teams through the architecture and the live 30-check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admission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Housing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2026-07-17T18:40:59Z</dcterms:created>
  <dcterms:modified xsi:type="dcterms:W3CDTF">2026-07-17T18:40:59Z</dcterms:modified>
</cp:coreProperties>
</file>